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（30秒）：各位老师好。我们组选题是群核科技方向二——空间数据与具身智能训练。一句话概括：把真实空间变成机器人可用的训练数据。今天汇报四件事：课题背景与核心问题、实现路径、我们用到群核的哪些产品和技术、以及需要企业支持讨论的地方。周期六周，请各位老师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1分钟：背景三个层次。第一，现在双足机器人训练普遍用程序化地形，和真实室内空间的几何分布有系统性偏差。第二，后果是泛化失效——训练场走得好好的，换个没见过的教室就可能摔。第三点也是课题的立足点：群核已经有完整的真实空间到三维重建能力，五亿多个场景资产，但从重建结果到机器人训练数据这一段，还缺少标准化的开源流程。我们把它总结成核心痛点：缺一条可复现、可验证的管线。这正是FirePlace和智元这些案例之外、高校尺度可以补上的一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1分钟：核心问题三个，按管线顺序排列。Q-A怎么转——3DGS场景不能直接做物理碰撞体，要在结构化、网格重建、高度场三条路径里选性价比最高的；Q-B转多准——重建误差对训练是伤害还是天然增强，用误差注入实验给出可容忍误差带；Q-C值不值——这是评测的落点，重建场景训练的策略和程序化地形训练的策略，在留出场景上比跌倒率，泛化差距就是数据价值。右边实现路径三段：输入与还原、转换与生成（自研核心）、训练验证；前两段是我们的工作量，第三段全用开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约1分钟：明确汇报我们用到群核的哪些产品技术，四个抓手。第一，Aholo Reality素材库——14个场景的PLY和SPZ原始数据，是管线的核心输入，这个已经下载验证过。第二，SpatialLM开源模型——结构化主线，点云转语义包围盒和布局，配套数据集做复现对照。第三，Aholo开放平台——四项空间能力的API和SDK，是备选转换路径的入口。第四，社区案例——FirePlace论文致谢里写明用了SpatialVerse场景资产，智元等机器人公司也用这批数据训练，这证明路线成立。同时我们会报名10月的workshop和黑客松，教程内容和管线直接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1.5分钟（重点页）：需要群核支持讨论的地方分三类。第一类要优先确认：算力积分的申请入口和额度——权益条款里写了企业提供，但通道和范围需要明确，比如SpatialLM推理和RL训练是不是都覆盖；还有平台API的调用配额。第二类影响方案细节：素材数据规格——我们已经实测发现PLY点云是厘米单位Z轴向上，希望有官方口径确认；SPZ格式有没有解析文档；SpatialLM复现遇到问题时issue区之外有没有直接求助渠道；以及14个素材里哪些更适合做训练输入。第三类是立项口径：评测报告第三方可验证的具体要求，和版权按无需买断开源发布有没有冲突。这些希望今天或本周内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45秒：六周计划快速过——W1结构化复现、W2转换器、W3格式定型加基线、W4核心对照实验、W5泛化与误差实验、W6交付。每周判定标准都已量化。核心交付三项：转换管线、至少五个场景的SimReady数据集、口径可被第三方验证的评测报告。所有风险假设都配了降级路径，单点失败不影响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1分钟：虽然方案是今天定稿，但输入侧和验证侧已经提前打通了。第一，素材下载解析完成，确认了坐标约定。第二，点云到仿真场景的初步管线已经跑通——一个真实尺寸的可行走教室场景。第三，下游验证器就绪：官方策略在MuJoCo复现到0.51米每秒，抗扰边界也测出来了，第③段随时能接新场景。第四条特别值得讨论：我们实测发现素材点云是扫描原点主导的分布，97%的点挤在扫描者脚下0.6米内，桌面高度带根本没有课桌结构——这直接印证了方案里选择「结构化转换路径」而不是直接用点云的必要性，也解释了为什么Q-A这个选型问题是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收尾（15秒）：一句话总结——用群核的空间能力，补上具身智能数据链路缺失的一环。三个核心问题、四个群核技术抓手、至少五个交付场景、六周完成。特别欢迎就第五页的支持清单和我们讨论。谢谢。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960120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THU SIGS AIID × 群核科技 · 企业合作课题 </a:t>
            </a:r>
            <a:endParaRPr sz="14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从真实空间到训练数据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空间数据与具身智能训练管线</a:t>
            </a:r>
            <a:endParaRPr sz="20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3611880"/>
            <a:ext cx="822960" cy="4114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8595360" cy="6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选题：群核科技 方向二「空间数据与具身智能训练」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周期：6 周</a:t>
            </a:r>
            <a:endParaRPr sz="15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7360920" y="4754880"/>
            <a:ext cx="146304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→ ≥</a:t>
            </a:r>
            <a:r>
              <a:rPr lang="en-US" sz="25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25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7360920" y="527608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素材场景到交付场景</a:t>
            </a:r>
            <a:endParaRPr sz="11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878824" y="47548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条</a:t>
            </a:r>
            <a:endParaRPr sz="25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878824" y="527608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可复现数据管线</a:t>
            </a:r>
            <a:endParaRPr sz="11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0396728" y="4754880"/>
            <a:ext cx="146304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25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5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</a:t>
            </a:r>
            <a:endParaRPr sz="25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10396728" y="527608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留出评测场景</a:t>
            </a:r>
            <a:endParaRPr sz="11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822960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：赵胤泽  赵小刚　·　2026 年 10 月</a:t>
            </a:r>
            <a:endParaRPr sz="13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课题介绍 ①：背景与痛点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为什么机器人需要「真实空间」的训练数据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566928" y="1554480"/>
            <a:ext cx="1106424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822960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2960" y="18836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527048" y="1737360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训练数据与真实世界脱节</a:t>
            </a:r>
            <a:endParaRPr sz="17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527048" y="2157984"/>
            <a:ext cx="9784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双足机器人训练普遍使用程序化生成的抽象地形，与真实室内空间的几何分布存在系统性偏差</a:t>
            </a:r>
            <a:endParaRPr sz="13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566928" y="3035808"/>
            <a:ext cx="1106424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82296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822960" y="3364992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1527048" y="3218688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泛化失效</a:t>
            </a:r>
            <a:endParaRPr sz="17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527048" y="3639312"/>
            <a:ext cx="9784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训练场上走得稳的机器人，进入没见过的教室、走廊、展厅容易失效——数据分布覆盖不足是核心原因之一</a:t>
            </a:r>
            <a:endParaRPr sz="13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566928" y="4517136"/>
            <a:ext cx="11064240" cy="1298448"/>
          </a:xfrm>
          <a:prstGeom prst="rect">
            <a:avLst/>
          </a:prstGeom>
          <a:solidFill>
            <a:srgbClr val="EAF1F7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12"/>
            </p:custDataLst>
          </p:nvPr>
        </p:nvSpPr>
        <p:spPr>
          <a:xfrm>
            <a:off x="822960" y="4773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822960" y="484632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1527048" y="4700016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空间重建数据没有流到训练侧</a:t>
            </a:r>
            <a:endParaRPr sz="17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527048" y="5120640"/>
            <a:ext cx="9784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群核已具备「真实空间 → 3D 重建」的完整能力（5 亿+三维场景资产），但「重建结果 → 机器人训练数据」这一段还缺少标准化的开源流程</a:t>
            </a:r>
            <a:endParaRPr sz="13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6035040"/>
            <a:ext cx="11064240" cy="603504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1630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核心痛点：真实空间数据 → 具身训练数据，缺少一条可复现、可验证的开源管线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课题介绍 ②：核心问题与实现路径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三个核心问题 + 三段式路径（前两段自研）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核心解决的三个问题</a:t>
            </a:r>
            <a:endParaRPr sz="16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901952"/>
            <a:ext cx="54406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482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Q-A 怎么转：3DGS 场景 → 物理碰撞体</a:t>
            </a:r>
            <a:endParaRPr sz="1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2450592"/>
            <a:ext cx="5029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 高斯泼溅不能直接做碰撞体；对比三条转换路径（SpatialLM 结构化 / Poisson 网格 / 高度场）的性价比后定案</a:t>
            </a:r>
            <a:endParaRPr sz="12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3319272"/>
            <a:ext cx="54406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46557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Q-B 转多准：误差是伤害还是增强</a:t>
            </a:r>
            <a:endParaRPr sz="1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3867912"/>
            <a:ext cx="5029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重建的噪声、缺洞、尺度偏差对下游训练影响几何？通过误差注入实验给出「可容忍误差带」</a:t>
            </a:r>
            <a:endParaRPr sz="12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4736592"/>
            <a:ext cx="54406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88289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Q-C 值不值：数据价值如何度量</a:t>
            </a:r>
            <a:endParaRPr sz="1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5285232"/>
            <a:ext cx="5029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重建场景训练 vs 程序化地形训练，在留出未见场景上对比跌倒率——用泛化表现度量数据价值</a:t>
            </a:r>
            <a:endParaRPr sz="12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14813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实现路径（六周）</a:t>
            </a:r>
            <a:endParaRPr sz="16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1901952"/>
            <a:ext cx="5303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901952"/>
            <a:ext cx="5303520" cy="402336"/>
          </a:xfrm>
          <a:prstGeom prst="roundRect">
            <a:avLst>
              <a:gd name="adj" fmla="val 15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956816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输入与还原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0528" y="2414016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素材包 14 个 3D 空间（PLY/SPZ）
+ 自采视频 → SpatialLM 结构化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8823960" y="3182112"/>
            <a:ext cx="219456" cy="146304"/>
          </a:xfrm>
          <a:prstGeom prst="down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319272"/>
            <a:ext cx="5303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319272"/>
            <a:ext cx="5303520" cy="402336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374136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转换与生成（自研核心）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0528" y="3831336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场景转换器 → USD 碰撞体 + 高度场
SimReady 数据包（场景+DR+初始分布）</a:t>
            </a:r>
            <a:endParaRPr sz="1150" b="1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8823960" y="4599432"/>
            <a:ext cx="219456" cy="146304"/>
          </a:xfrm>
          <a:prstGeom prst="down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736592"/>
            <a:ext cx="5303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736592"/>
            <a:ext cx="5303520" cy="402336"/>
          </a:xfrm>
          <a:prstGeom prst="roundRect">
            <a:avLst>
              <a:gd name="adj" fmla="val 15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791456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训练验证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5248656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开源双足本体 + 训练框架
重建 vs 程序化基线对照；留出集泛化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60" y="6172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前两段自研（本课题工作量），第三段全部使用开源组件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使用的群核产品与技术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四个抓手，覆盖输入、结构化、平台能力与社区案例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2763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Aholo Reality 素材库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21214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studio.aholo3d.cn/library</a:t>
            </a:r>
            <a:endParaRPr sz="10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2450592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个 3D 空间的 PLY / SPZ 原始数据——管线的核心输入；教室 / 教堂 / 村落等多类型室内外场景</a:t>
            </a:r>
            <a:endParaRPr sz="12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36208" y="155448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62763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SpatialLM（开源）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5664" y="21214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github.com/manycore-research</a:t>
            </a:r>
            <a:endParaRPr sz="10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5664" y="2450592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空间结构化主线：点云 → 墙体/地面/家具的语义包围盒与布局；配套 SpatialLM-Dataset 公开数据集用于复现对照</a:t>
            </a:r>
            <a:endParaRPr sz="12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84048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91363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Aholo 开放平台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" y="44074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labs.aholo3d.cn</a:t>
            </a:r>
            <a:endParaRPr sz="10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" y="4736592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空间重建 / 生成 / 编辑 / 理解四项能力的 API 与 SDK——备选转换路径（视频/照片直接重建）的入口</a:t>
            </a:r>
            <a:endParaRPr sz="12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36208" y="384048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38404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91363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社区案例（课题文档指定）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55664" y="44074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FirePlace（CVPR）· 智元机器人等</a:t>
            </a:r>
            <a:endParaRPr sz="10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55664" y="4736592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FirePlace 论文致谢使用 SpatialVerse 场景资产；智元/银河通用/穹彻等用 SpatialVerse 数据训练——验证「空间数据→具身训练」路线成立</a:t>
            </a:r>
            <a:endParaRPr sz="12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并行：报名 10 月群核空间智能 workshop / 黑客松——教程与管线直接衔接，争取企业技术支持通道</a:t>
            </a:r>
            <a:endParaRPr sz="12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需要支持 / 讨论的地方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三类：权限与算力 · 数据与技术 · 口径确认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1064240" cy="310896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1069848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权限与算力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819656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3794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算力积分申请入口与额度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67328" y="1837944"/>
            <a:ext cx="76352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权益条款载明企业提供平台算力积分——申请通道、额度、适用范围（SpatialLM 推理 / RL 训练是否都覆盖）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2459736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7802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 API 权限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67328" y="2478024"/>
            <a:ext cx="76352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Aholo 开放平台四项能力的调用配额与鉴权方式；学生账号的科研使用边界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3191256"/>
            <a:ext cx="11064240" cy="310896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9544"/>
            <a:ext cx="1069848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数据与技术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59359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61188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素材数据规格说明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3611880"/>
            <a:ext cx="76352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PLY 点云的坐标系/单位约定（实测教室场景为厘米、Z 轴向上）；SPZ 格式是否有解析文档或 SDK——我们已逆向 PLY 头部，SPZ 暂以点云为主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23367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5196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SpatialLM 复现答疑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7328" y="4251960"/>
            <a:ext cx="76352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区已有复现类讨论（ScanNet 指标、零样本检测、坐标框）；希望确认 issue 之外的求助渠道与响应方式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487375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89204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场景选择建议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67328" y="4892040"/>
            <a:ext cx="76352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个素材中哪些更适合作为下游训练输入（几何完整度/尺度）；以及自采重建的目标空间有什么要求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6928" y="5605272"/>
            <a:ext cx="11064240" cy="310896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口径确认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600760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602589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验收口径与版权</a:t>
            </a:r>
            <a:endParaRPr sz="12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67328" y="6198362"/>
            <a:ext cx="7635240" cy="1854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评测报告「第三方可验证」的具体要求；按「无需买断」立项、成果开源发布</a:t>
            </a:r>
            <a:endParaRPr sz="11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六周计划与交付物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周级里程碑，每周有判定标准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914400" cy="4297680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81328" y="1463040"/>
            <a:ext cx="10149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4592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4208" y="1655064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SpatialLM 复现：结构化素材点云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7648" y="1729740"/>
            <a:ext cx="5120640" cy="198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</a:t>
            </a:r>
            <a:r>
              <a:rPr lang="en-US"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个场景完成结构化，与官方口径对照表成型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81328" y="2176272"/>
            <a:ext cx="10149840" cy="713232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4208" y="2368296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场景转换器 v1 → Isaac Lab 场景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7648" y="2442972"/>
            <a:ext cx="5120640" cy="198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</a:t>
            </a:r>
            <a:r>
              <a:rPr lang="en-US"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个场景可加载并用于训练循环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81328" y="2889504"/>
            <a:ext cx="10149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072384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3081528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SimReady 格式定型 + 平地基线；中期检查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7648" y="2999232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数据包要素齐备；基线达开源框架口径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1328" y="3602736"/>
            <a:ext cx="10149840" cy="713232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85616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64208" y="379476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核心对照：重建场景 vs 程序化地形训练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27648" y="3712464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训练收益与转换路径对比有初步数据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81328" y="4315968"/>
            <a:ext cx="10149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498848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64208" y="450799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留出集泛化 + 误差注入实验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7648" y="4425696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跌倒率对比与误差带结论成型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81328" y="5029200"/>
            <a:ext cx="10149840" cy="713232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W6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64208" y="5221224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评测报告、仓库整理、期末提交</a:t>
            </a:r>
            <a:endParaRPr sz="125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27648" y="5138928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可复现文档、代码仓库、演示视频齐备</a:t>
            </a:r>
            <a:endParaRPr sz="1150" b="0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5989320"/>
            <a:ext cx="1106424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核心交付：</a:t>
            </a: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场景转换管线· SimReady 数据集（≥</a:t>
            </a:r>
            <a:r>
              <a:rPr lang="en-US"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场景）· 可被第三方验证的评测报告</a:t>
            </a:r>
            <a:endParaRPr sz="13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6355080"/>
            <a:ext cx="1106424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风险预案：</a:t>
            </a:r>
            <a:r>
              <a:rPr sz="13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素材/算力/真机每项假设都有降级路径，主线不受单点失败影响</a:t>
            </a:r>
            <a:endParaRPr sz="13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当前进展：已提前完成的验证</a:t>
            </a:r>
            <a:endParaRPr sz="300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立项阶段即完成输入侧与验证侧的打通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106424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25328" y="1682496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172821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673352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素材数据实测</a:t>
            </a:r>
            <a:endParaRPr sz="14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206654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下载并解析教室场景点云（197 万点）：确认单位为厘米、Z 轴向上、球谐 DC 颜色可还原；已写入解析器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1106424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25328" y="2871216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25328" y="291693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2862072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 → 仿真场景初步打通</a:t>
            </a:r>
            <a:endParaRPr sz="14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325526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去噪、密度均匀化、家具聚类、高度场提取 → MuJoCo 可行走教室场景（真实房间尺寸 9.4×8.8 m）；并量化确认该点云中课桌几何不可直接提取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931920"/>
            <a:ext cx="1106424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25328" y="4059936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25328" y="410565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2" y="4050792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下游验证器就绪</a:t>
            </a:r>
            <a:endParaRPr sz="14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" y="44439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 Pi+ 开源策略已在 MuJoCo 复现（0.51 m/s，与官方口径一致），抗扰边界 80–120 N——管线第③段随时可接入新场景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5120640"/>
            <a:ext cx="1106424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25328" y="5248656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529437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5239512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0E3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发现的一个数据事实（供讨论）</a:t>
            </a:r>
            <a:endParaRPr sz="1450" b="1">
              <a:solidFill>
                <a:srgbClr val="0E3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56327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素材点云呈扫描原点主导分布：97% 点集中于扫描者 0.6 m 内，桌面高度带无课桌结构——印证了「结构化转换路径」的必要性</a:t>
            </a:r>
            <a:endParaRPr sz="11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从真实空间到训练数据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用群核的空间能力，补上具身智能数据链路的缺失一环</a:t>
            </a:r>
            <a:endParaRPr sz="18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4297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个核心问题</a:t>
            </a:r>
            <a:endParaRPr sz="13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0128" y="4297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3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12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个群核技术抓手</a:t>
            </a:r>
            <a:endParaRPr sz="13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53328" y="4297680"/>
            <a:ext cx="2560320" cy="60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</a:t>
            </a:r>
            <a:r>
              <a:rPr lang="en-US" sz="3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3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5332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个交付场景</a:t>
            </a:r>
            <a:endParaRPr sz="13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96528" y="4297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E88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3400" b="1">
              <a:solidFill>
                <a:srgbClr val="E88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96528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CE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周完成交付</a:t>
            </a:r>
            <a:endParaRPr sz="1300" b="0">
              <a:solidFill>
                <a:srgbClr val="DCE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谢谢，欢迎讨论与指正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2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3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4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5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6.xml><?xml version="1.0" encoding="utf-8"?>
<p:tagLst xmlns:p="http://schemas.openxmlformats.org/presentationml/2006/main">
  <p:tag name="KSO_WM_DIAGRAM_VIRTUALLY_FRAME" val="{&quot;height&quot;:77.03999999999996,&quot;left&quot;:579.6,&quot;top&quot;:374.4,&quot;width&quot;:354.23999999999995}"/>
</p:tagLst>
</file>

<file path=ppt/tags/tag7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8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9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0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1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2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3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4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5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6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7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8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19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20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ags/tag21.xml><?xml version="1.0" encoding="utf-8"?>
<p:tagLst xmlns:p="http://schemas.openxmlformats.org/presentationml/2006/main">
  <p:tag name="KSO_WM_DIAGRAM_VIRTUALLY_FRAME" val="{&quot;height&quot;:335.52,&quot;left&quot;:44.64,&quot;top&quot;:122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WPS 演示</Application>
  <PresentationFormat>On-screen Show (4:3)</PresentationFormat>
  <Paragraphs>238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赵小刚-213183478-18756821661</cp:lastModifiedBy>
  <cp:revision>2</cp:revision>
  <dcterms:created xsi:type="dcterms:W3CDTF">2013-01-27T09:14:00Z</dcterms:created>
  <dcterms:modified xsi:type="dcterms:W3CDTF">2026-10-14T05:43:58Z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9275AECF176B433E9020EA6EED4505AE_12</vt:lpwstr>
  </property>
</Properties>
</file>