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20秒）：各位老师好，第七组中期检查汇报。主课题高擎方向二强化学习运控，辅课题群核方向二空间数据，报告覆盖前三周进度。右下三个数字：自主训练一万五千次迭代、回放三百六十五秒零跌倒、跨引擎达到官方水平的百分之八十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：课题定位先说清。高擎方向二考察三件事——仿真能不能稳定走、迁移后是否鲁棒、误差来源能不能写清。群核方向二考察真实空间数据能不能转成可训练场景。这两件事天然是一条链：群核提供在哪里练，高擎解决怎么练。中期我们打通了六段：复现、场景、环境、训练、消融、跨引擎验证。下面逐段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约80秒：这一页是中期检查的核心——计划对实际。原计划六周，目前执行到第三周。W1 的原定判定项是官方策略在 Isaac 里连续走 300 秒不摔倒，我们实际做到 365 秒、零跌倒，提前完成。W2 原计划做自主训练和消融，实际完成了 15000 次迭代训练、扰动和摩擦两组消融，还额外做了跨引擎验证，等于把第四周的部分工作提前做了。也就是说仿真侧整体提前约一周。偏差主要来自平台侧：GPU 三次售罄、网络间歇故障，加上本地换了固态硬盘，累计损失两天，已经被提前量吸收。诚实的部分：W3 原计划的域随机化实验还没做，这个和误差量化一起排在下一步。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约50秒：阶段一。高擎官方提供了 URDF、训练框架和三个预训练 checkpoint。我们做了两件事让它可以被定量测试：一是写无头运行器，把官方脚本的观测构建、PD 控制、动作映射逐行复刻，这样在没有显示器的服务器上也能跑；二是把 checkpoint 导出成 TorchScript，绕开官方脚本对训练库的加载依赖。右边是实测：教室场景 0.51 米每秒，跟平地 0.49 基本一致，说明课桌障碍没拖慢策略；抗扰边界在 80 到 120 牛之间，三个 checkpoint 结果完全一致。这套环境的价值是：后面所有实验都先在 MuJoCo 快速验证，再回 Isaac 复查，省 GPU 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约50秒：阶段二是群核辅线的落地。素材包是余姚四中的空教室点云，197 万个点。我们做了三轮统计才敢动手：第一，97% 的点挤在扫描者站立的 0.6 米范围内，这是手持雷达的典型分布；第二，桌面高度带俯视看不到课桌行列；第三，桌腿层也不成形——因为 3DGS 点云是体积散射，桌椅几何在压缩后的高斯基元里，不在这份点云里。所以方案是真实数据加程序化布局：房间尺寸、地面高度、地板颜色来自真实扫描，课桌椅按标准中学尺寸建模。下一步接 SpatialLM 的结构化输出，换成数据驱动的真实布局。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约60秒：阶段三是环境搭建，也是本期最大的工程量。Isaac Sim 4.5 加 Isaac Lab 2.1，在云端 4090 上跑 4096 个并行环境。这里遇到并解决了 26 项技术问题，分三类：依赖链问题——比如一个旧依赖在新 setuptools 下构建失败、框架 API 改名；平台网络问题——GitHub 不可达、官方资产从海外 S3 加载失败、大文件下载涓流卡死，分别用本地上传中转、资产本地化、自愈循环解决；渲染栈问题——云平台的 GPU 驱动分「计算型」和「完整型」，前者没有 Vulkan，Isaac 的渲染初始化会直接段错误。这些全部写成了复原脚本，现在任何一台新机器 20 到 40 分钟能重建，这是后面所有实验的前提。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约50秒：阶段四是本次的核心成果——从「用官方的策略」到「训练自己的策略」。4096 个环境并行、AMP 算法、15000 次迭代、11 小时。左图两条曲线：奖励从负 2 爬到 95，回合长度从 17 步涨到 998 步的上限。回合长度是学习进度最直接的指标——从一步就摔到能稳定走到回合结束。我们做了三档 checkpoint 验证：5000 次时追平官方、10000 次反超、15000 次终验跑了 335 秒零跌倒。显存只用了 4 GB，说明还有很大提速空间。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约45秒：阶段五消融。我们写了一套参数化的扰动/摩擦注入工具，两种策略用同一套方法测，结果可比。左边两组柱状图：推力测试里，自训策略 40 牛三次全部存活，80 牛起被推倒；官方策略的边界在 80 到 120 牛。这个差距是训练量决定的——我们训了 15000 次，官方是 40000 次，只有 37.5%，边界低一档在预期内。右边摩擦：0.4 到 1.2 三档全部零跌倒，说明策略对地面材质不敏感。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约45秒：阶段六是跨引擎验证，也是最能说明问题的一步。我们在 Isaac 里训练，把策略导出成 TorchScript，拿到本地 MuJoCo 里零微调直接跑。结果：平地 0.45 米每秒、教室 0.443，都达到官方水平的 87 到 88%；加 40 牛推力还能走，80 牛速度掉一半但没摔。为什么重要：两个引擎的接触动力学完全不同，策略还能走，说明它学到的是运动能力，不是拟合某个引擎。最后一行是诚实披露：本地摩擦参数注入没观察到差异，所以摩擦结论以 Isaac 侧数据为准。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约60秒：这一页是 Proposal Next Actions 第七条要求交付的误差追踪表初版。我们按 Sim2Real 的误差来源分四类加两个工程维度。已经量化的四项：引擎差异——跨引擎 87 到 88%；点云数据边界——三轮统计的结论；地面摩擦——三档零跌倒；外部推力——自训和官方各自的边界。还待测的四项：PD 增益误差、IMU 噪声、控制延迟、质量与质心参数误差。这四项都在仿真内可做，不需要真机，是下一步 W3 到 W4 的重点。这张表的价值在于：它把「Sim2Real 为什么会有差距」拆成了可逐项量化的清单，而不是笼统说一句「仿真和现实有差距」。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约40秒：最后是问题清单。已经解决的四项，重点是环境可复现和双线验证通路。本期还要做的：域随机化对照实验、误差量化四项、以及 Isaac 侧演示画面质量。依赖外部的：真机申请中，需要硬件到位才能做真机部署。时间表：本周内做 DR 和误差量化，11 月上旬出误差表第二版和评测报告，硬件到位后做真机，最终 11 月 19 日期末演示。汇报完毕，谢谢老师。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315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THU SIGS AIID × 高擎机电 · 群核科技 合作课题 · 中期检查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9601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强化学习运控与 Sim2Real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20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从真实空间数据到自主训练：仿真链路的完整打通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520440"/>
            <a:ext cx="822960" cy="4114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84048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主课题：高擎机电 方向二「强化学习运控与 Sim2Real」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辅课题：群核科技 方向二「空间数据与具身智能训练」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报告周期：第 1–3 周（10/19 – 10/27）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45262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501091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自主训练迭代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45262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365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501091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回放零跌倒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452628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5010912"/>
            <a:ext cx="1325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跨引擎达官方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DCE7EF"/>
                </a:solidFill>
                <a:latin typeface="微软雅黑"/>
                <a:ea typeface="微软雅黑"/>
                <a:cs typeface="微软雅黑"/>
              </a:rPr>
              <a:t>第 7 组：赵小刚 / 赵胤泽    2026 年 10 月 27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课题定位：一条链路，两段职责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为什么这两个方向能接起来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8132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主课题 · 高擎机电 方向二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强化学习运控与 Sim2Real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考察点：策略能否在仿真中稳定行走、迁移后是否鲁棒、每一步误差来源是否写清。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8132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辅课题 · 群核科技 方向二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5303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空间数据与具身智能训练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考察点：真实空间数据能否转成可训练的仿真场景、数据边界在哪里。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20440"/>
            <a:ext cx="11064240" cy="18288"/>
          </a:xfrm>
          <a:prstGeom prst="rect">
            <a:avLst/>
          </a:prstGeom>
          <a:solidFill>
            <a:srgbClr val="DCE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本次中期交付的六段链路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① 官方策略复现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MuJoCo 定量评测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4016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23744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② 教室场景重建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真实点云 + 程序化布局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③ Isaac 环境搭建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4090 云端全栈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④ 自主训练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15000 iter / 4096 envs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⑤ 消融实验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扰动 + 摩擦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8" y="4114800"/>
            <a:ext cx="1719072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6" y="4224528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⑥ sim2sim 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4681728"/>
            <a:ext cx="1517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跨引擎回流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六周计划 vs 实际进度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原计划 10/19 启动 · 实际执行到第 3 周完成 4 周工作量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353"/>
                <a:gridCol w="4031884"/>
                <a:gridCol w="4875766"/>
                <a:gridCol w="1500235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周次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原计划内容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实际完成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环境搭建 + 判定项（回放 300s 不倒）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D0–D4 全部完成，含 365s 回放证据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W2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自主训练 + 消融实验 + sim2sim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15000 iter 训练、B/C 组消融、跨引擎 87–88%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完成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W3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 实验 + 误差量化 + 中期检查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素材制作 + PPT v2 + 本文档（DR 实验待补）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🔵 进行中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W4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误差量化收尾 + 真机前置准备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未开始（依赖硬件）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待启动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W5–W6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真机部署 + 完整评测报告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未开始（依赖硬件）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待启动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074920"/>
            <a:ext cx="5394960" cy="132588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193792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进度判断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仿真侧（W1–W2）提前一周完成；W3 起转入交付与误差量化，整体进度可控。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5074920"/>
            <a:ext cx="5413248" cy="1325880"/>
          </a:xfrm>
          <a:prstGeom prst="rect">
            <a:avLst/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193792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主要偏差与原因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平台 GPU 三次售罄 + 网络故障 + 本地硬件升级（SSD），累计损失约 2 天；已用 W2 的超前完成吸收。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阶段一：官方策略复现与定量评测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在 MuJoCo 建立可复现的验证环境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做了什么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47088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无头验证运行器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观测构建 / PD 控制 / 动作映射与官方脚本逐行对齐，可在无显示器环境定量测试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88336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策略导出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62656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checkpoint → TorchScript，绕开官方脚本的加载依赖，GUI 与无头共用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29584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推力扰动评测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03904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周期性水平推力 + 采样相位随机，统计存活率与速度退化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70832"/>
            <a:ext cx="5669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教室场景接入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4515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同一份策略在空地/真实教室双场景对照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实测结果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0.51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4144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教室场景行走速度（平地 0.49）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39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6.1 m / 12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40156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沿中央过道从后部到讲台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59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80–120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6168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官方策略抗扰边界（三 checkpoint 一致）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846320"/>
            <a:ext cx="4937760" cy="137160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498348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价值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建立了不依赖 GPU 的快速验证通道：策略出问题先在 MuJoCo 定位，再回 Isaac 复查。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阶段二：群核教室场景重建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真实点云 + 程序化布局：数据边界的量化结论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数据边界（三轮量化分析）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4708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97% 的点集中在 0.6 m 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197 万点中约 190 万在扫描者站立处——手持激光雷达的典型分布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1576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桌面高度带无桌椅上结构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9008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0.55–0.85 m 层俯视只有一条斜向线状分布（线缆/横梁）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844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桌腿层同样不成形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587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3DGS 点云是体积散射，桌椅几何不在其中</a:t>
            </a:r>
          </a:p>
        </p:txBody>
      </p:sp>
      <p:pic>
        <p:nvPicPr>
          <p:cNvPr id="11" name="Picture 10" descr="scene_check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4937760" cy="387838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0" y="5440680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方案：真实数据（房间 9.4×8.8 m、地面高度、地板色）+ 程序化布局（25 张课桌 0.75 m、讲台 1.15 m、中央 1.6 m 过道）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阶段三：Isaac 训练环境搭建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云端 4090 全栈 + 26 项关键技术问题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5760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环境构成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4708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Isaac Sim 4.5 + Isaac Lab 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21408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源码安装（pip 版为骨架包，envs 需源码）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8833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4096 并行环境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62656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单卡 4090，显存占用 10.6 GB / 24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2958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自愈式部署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03904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复原脚本 v2：任意新实例 20–40 分钟重建全栈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70832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版本锁定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645152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conda env + pip freeze，环境可精确复现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5029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过程中的技术问题（已归档 26 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4708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依赖链：10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214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flatdict 构建失败 / setuptools 兼容 / API 改名（quat_apply_inverse）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0720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平台网络：6 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GitHub 不可达（本地上传中转）/ S3 资产加载失败（本地化修补）/ pip 涓流卡死（自愈循环）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67328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渲染栈：6 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416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Vulkan ICD 缺失 / EULA 交互 / 相机观测污染 / pycache 幽灵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892040"/>
            <a:ext cx="4937760" cy="132588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5010912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为什么值得记录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每项都有「症状 → 根因 → 修法」，已写入复原脚本与误差追踪表——这是环境可复现的前提。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阶段四：自主训练成果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4096 并行环境 · AMP 算法 · 15000 次迭代 · 11 小时</a:t>
            </a:r>
          </a:p>
        </p:txBody>
      </p:sp>
      <p:pic>
        <p:nvPicPr>
          <p:cNvPr id="4" name="Picture 3" descr="run1_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6583680" cy="2278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60020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-2 → 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0" y="21671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训练平均奖励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65176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17 → 998 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21868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回合长度（触顶）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7033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0.093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42702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10000 iter 回放奖励（超官方 0.085）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75488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4.0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53218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显存占用 @1024 envs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80644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三档 checkpoint 验证：5000 追平 → 10000 反超 → 15000 终验 335 s 零跌倒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阶段五：消融实验（鲁棒性边界）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同一套自研工具，对官方与自训策略做对照</a:t>
            </a:r>
          </a:p>
        </p:txBody>
      </p:sp>
      <p:pic>
        <p:nvPicPr>
          <p:cNvPr id="4" name="Picture 3" descr="ablation_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08760"/>
            <a:ext cx="6309360" cy="2220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50876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874519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自训边界 40–80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4883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40 N 三次推力全部存活，80 N 起被推倒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926079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官方边界 80–120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20039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同工具测得，方法对齐可复现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77639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差距归因：训练量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25195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自训为官方 37.5%（15000 vs 40000 iter），边界下移一档符合预期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029199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摩擦鲁棒性完整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5303519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0.4 / 0.8 / 1.2 三档零跌倒，低摩擦下奖励最高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阶段六：sim2sim 跨引擎验证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训练 → MuJoCo 零微调部署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10241277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918"/>
                <a:gridCol w="1969476"/>
                <a:gridCol w="2205814"/>
                <a:gridCol w="866569"/>
                <a:gridCol w="3387500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测试项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官方策略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自训策略（15000 iter）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达成率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MuJoCo 平地 10 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0.51 m/s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0.45 m/s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88%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存活全程，基高 0.364 m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MuJoCo 教室 12 s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0.509 m/s（6.1 m）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0.443 m/s（5.31 m）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87%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课桌布局不构成阻碍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N 推力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存活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存活（0.40 m/s）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速度降 11%，姿态稳定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N 推力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存活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存活（0.23 m/s）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 49% 但仍能行走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摩擦 0.4–1.2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零跌倒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工具局限：本地摩擦注入未见差异，以 Isaac 侧数据为准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5074920"/>
            <a:ext cx="10241280" cy="1097280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5193792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为什么这一步重要：</a:t>
            </a: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Isaac 与 MuJoCo 是两套独立的物理引擎（接触求解、积分器都不同）。策略跨引擎零微调保持 87–88% 性能，说明学到的是运动能力本身，而不是拟合了某个引擎的物理特性——这正是 Sim2Real 需要验证的性质。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误差追踪表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Proposal Next Actions 第 7 条交付：Sim2Real 各环节误差来源与量化状态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17320"/>
          <a:ext cx="1106423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897"/>
                <a:gridCol w="3209474"/>
                <a:gridCol w="1351357"/>
                <a:gridCol w="5236510"/>
              </a:tblGrid>
              <a:tr h="44704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误差来源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当前状态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 / 证据</a:t>
                      </a:r>
                    </a:p>
                  </a:txBody>
                  <a:tcPr marL="64008" marR="64008" marT="27432" marB="27432">
                    <a:solidFill>
                      <a:srgbClr val="17557E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动力学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引擎差异（Isaac ↔ MuJoCo）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已量化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跨引擎 87–88%，接触求解器与积分器不同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点云数据边界（无桌椅几何）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已量化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三轮统计：97% 点集中于原点、桌面/桌腿层无结构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地形/材质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地面摩擦变化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已量化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Isaac 侧 0.4 / 0.8 / 1.2 三档零跌倒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扰动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外部推力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已量化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自训 40–80 N 边界；官方 80–120 N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驱动器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PD 增益误差（kp/kd）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待测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计划：±20% / ±50% 缩放 → 行走退化曲线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 噪声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待测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计划：噪声注入 → 存活率/速度退化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延迟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控制与观测延迟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待测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计划：延迟注入 → 退化曲线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建模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质量/质心参数误差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⬜ 待测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B27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计划：参数扰动 → 敏感度分析</a:t>
                      </a:r>
                    </a:p>
                  </a:txBody>
                  <a:tcPr marL="64008" marR="64008" marT="27432" marB="27432"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说明：前四项已量化（本期完成）；后四项为下一步计划，对应六周计划的 W3–W4「误差量化」阶段。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问题、风险与下一步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已解决 / 待解决 / 依赖外部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2E7D4F"/>
                </a:solidFill>
                <a:latin typeface="微软雅黑"/>
                <a:ea typeface="微软雅黑"/>
                <a:cs typeface="微软雅黑"/>
              </a:rPr>
              <a:t>已解决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环境可复现：复原脚本 20–40 分钟重建全栈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41447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官方策略与自训策略双线验证通路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08375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跨引擎迁移可信（87–88%）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75303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26 项技术问题全部归档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46304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待解决（本期可完成）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874519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域随机化对照实验（DR 开/关短程对比）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441447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误差量化四项：PD / IMU / 延迟 / 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008375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演示素材：Isaac 侧画面质量待提升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575303"/>
            <a:ext cx="3474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系统化性能评测报告成稿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146304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依赖外部条件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1874519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真机 Mini Pi+ 与吊装保护架（向高擎申请中）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441447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真机部署需 RKNN 转换 + ROS2 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3008375"/>
            <a:ext cx="3520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· 场地时段与安全演练流程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343400"/>
            <a:ext cx="11064240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733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48056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0E3A57"/>
                </a:solidFill>
                <a:latin typeface="微软雅黑"/>
                <a:ea typeface="微软雅黑"/>
                <a:cs typeface="微软雅黑"/>
              </a:rPr>
              <a:t>下一步时间表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84632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本周内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1663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DR 对照 + 误差量化四项启动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84632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11 月上旬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8" y="51663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误差表 v2 + 评测报告成稿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484632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硬件到位后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51663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真机部署（STANDBY 安全模式先验）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846320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 i="0">
                <a:solidFill>
                  <a:srgbClr val="E8833A"/>
                </a:solidFill>
                <a:latin typeface="微软雅黑"/>
                <a:ea typeface="微软雅黑"/>
                <a:cs typeface="微软雅黑"/>
              </a:rPr>
              <a:t>11/19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1663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期末演示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