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官方策略（存活率%）</c:v>
                </c:pt>
              </c:strCache>
            </c:strRef>
          </c:tx>
          <c:spPr>
            <a:solidFill>
              <a:srgbClr val="17557E"/>
            </a:solidFill>
          </c:spPr>
          <c:cat>
            <c:strRef>
              <c:f>Sheet1!$A$2:$A$4</c:f>
              <c:strCache>
                <c:ptCount val="3"/>
                <c:pt idx="0">
                  <c:v>40 N</c:v>
                </c:pt>
                <c:pt idx="1">
                  <c:v>80 N</c:v>
                </c:pt>
                <c:pt idx="2">
                  <c:v>120 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自训策略（存活率%）</c:v>
                </c:pt>
              </c:strCache>
            </c:strRef>
          </c:tx>
          <c:spPr>
            <a:solidFill>
              <a:srgbClr val="E8833A"/>
            </a:solidFill>
          </c:spPr>
          <c:cat>
            <c:strRef>
              <c:f>Sheet1!$A$2:$A$4</c:f>
              <c:strCache>
                <c:ptCount val="3"/>
                <c:pt idx="0">
                  <c:v>40 N</c:v>
                </c:pt>
                <c:pt idx="1">
                  <c:v>80 N</c:v>
                </c:pt>
                <c:pt idx="2">
                  <c:v>120 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微软雅黑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（约40秒）：各位老师好，我们组选的是两个方向的组合——高擎机电方向二，强化学习运控与Sim2Real，作为主课题；群核科技方向二，空间数据与具身智能训练，作为辅课题。选这两个是因为它们恰好是同一条具身智能链路的上下两段：群核负责把真实空间变成仿真训练场，高擎负责把训练好的策略送上真机。今天我们展示的是这条链路里仿真部分的完整实现，全部环节都有实测数据，右下角三个数字是今天的结论：0.51米每秒、25张课桌、80牛推力全部存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约1分钟：左边是高擎方向二，要求在Isaac Lab或MuJoCo里训练运控策略再迁移真机，考察的是迁移稳定性和误差来源；右边是群核方向二，要求把空间重建能力接到机器人仿真训练环节，从真实空间生成可用的仿真场景。我们选这两个方向不是凑数，而是因为它们天然互补：群核的场景正好可以喂给高擎的训练和验证环节。今天展示的原型，已经打通了这条闭环的前三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钟：整条链路五段。第一段真实空间，用群核Aholo平台激光雷达扫描的教室；第二段空间重建，把点云变成MuJoCo能用的仿真场景；第三段仿真训练，用高擎官方的Mini-Pi-Plus_AMP框架和预训练策略；第四段Sim2Real验证，我们做了推力扰动和摩擦消融两套量化实验；第五段真机部署，需要机器人硬件到位，转换和推理链路我们已经调研清楚。今天重点讲第二段和第四段，因为这两段最能体现「误差来源说清楚」这个课题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钟：环境全部基于高擎官方开源。Mini-Pi-Plus_AMP仓库提供了URDF、训练框架和三个预训练checkpoint。我们做了两件事：第一，写了一个无头运行器，把官方脚本的观测构建、PD控制、动作映射逐行复刻，这样可以在Windows上定量测试；第二，官方脚本的键盘控制其实有bug——事件被全局速度覆盖，我们修复了，并把checkpoint导出成TorchScript绕开它的加载依赖。右边是实测：平地0.49米每秒，教室场景0.51，跟平地一样快，说明真实课桌障碍没有拖慢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钟：这是本项目从复现走向自研的一页。4096个环境并行训练，奖励从负2爬到95，回合长度从17步顶到998步上限。我们做了三档checkpoint验证：5000追平官方、10000反超、15000终验335秒零跌倒。显存只用了4GB，说明还有很大提速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1.5分钟：这部分是群核课题的落地。素材包里下载的教室点云有197万个点，我们先做了三轮量化分析才决定怎么做：第一，97%的点挤在扫描者站立的0.6米内，这是手持激光雷达的典型分布；第二，桌面高度带俯视没有课桌行列结构；第三，桌腿层也不成形——因为3DGS点云是体积散射，桌椅几何在压缩后的高斯基元里，不在这份点云里。所以我们的方案是：房间尺寸9.4乘8.8米、地面负1.4厘米、地板平均色，全部来自真实扫描；课桌椅按标准中学教室物理尺寸建模，桌面0.75米、讲台1.15米、中央留1.6米过道。这个局限我们会在下一步用SpatialLM的结构化布局输出来解决，把它换成数据驱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3.5分钟（最长的一页）：现在现场演示。第一部分平地行走，我按7和9让它原地转向，展示策略是听速度指令的。第二部分是主要环节——机器人现在在我们重建的教室数据里，从教室后部沿着1.6米宽的中央过道走向讲台，速度0.51米每秒，跟空地一样快。第三部分按4切俯视，看教室的整体布局。如果现场设备出问题，我们有三段预录视频可以直接播放，演示流程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1.5分钟：这是最能回答课题考察点的一页——策略迁移后到底稳不稳。我们的做法是给行走中的机器人施加周期性水平推力，统计存活率。结果是三个官方checkpoint表现完全一致：80牛以下全部存活，120牛全部跌倒，抗扰边界清晰落在80到120牛之间。教室场景和平地完全一致，说明障碍不影响稳定性。120牛大约是15公斤机器人体重的1.2倍，这已经超出人形自稳的物理极限，不是策略缺陷。所有实验数据都在仓库里，可以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钟：这一页直接对应课题交付要求里「写清每一步误差来自哪里」。我们把Sim2Real的误差分成五类：PD增益差异、IMU零偏和坐标轴、关节映射、执行延迟、摩擦接触。每一类都给了量化方法——比如关节映射，官方文档点名这是机器人行为异常的头号原因，我们的做法是挂起模式下逐关节核对方向；摩擦和接触已经实现了参数覆盖消融。这些实验手段都已经建在工具链里，真机一到就能把数字填进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约45秒：这个组合不是我们拍脑袋，而是有外部验证的。Google DeepMind和斯坦福的FirePlace论文致谢里明确写了使用群核SpatialVerse的3D场景资产做物体放置研究；国内智元、银河通用等机器人公司也用它的仿真数据训练。高擎这边，RoboCup 2026中国赛人形小型组八强全部用Pi+平台，训练部署链路完全开源。所以这两个方向的结合是行业里已经被验证的路线，我们的工作是把这条链路在大学课题尺度上完整走一遍。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：下一步四步。第一，自训练策略，需要Linux加GPU，训练自己的策略替换官方权重，这是从「用官方模型」到「有自己的成果」的关键一步。第二，真机部署，RKNN转换加ROS2推理，官方要求先用STANDBY安全模式验证。第三，用SpatialLM输出结构化布局，把现在的标准教室换成数据驱动。第四，系统性消融评测形成完整报告。两边的资源都能用：高擎的硬件和开源链路、群核10月的黑客松和算力积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30秒：总结三句话。第一，运控链路已经通了，0.51米每秒稳定行走，80牛推力全部扛住。第二，真实场景已经接进来了，197万个点的扫描变成一个可行走的教室，房间和地面是真实数据。第三，误差分析有依据，四类误差都有量化方法和实验记录。下一步就是自训练、真机部署、SpatialLM自动场景和完整评测报告。我的汇报到这里，谢谢各位老师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858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THU SIGS AIID × 高擎机电 · 群核科技 合作课题 · 期末项目原型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6304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4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从真实空间到具身智能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Mini Pi+ 强化学习运控 · Sim2Real · 教室场景重建接入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429000"/>
            <a:ext cx="822960" cy="4114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79476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主课题：高擎机电 方向二「强化学习运控与 Sim2Real」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辅课题：群核科技 方向二「空间数据与具身智能训练」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全部环节在仿真中完成并实测验证，10 分钟现场演示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461772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0.51 m/s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513892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教室场景行走速度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8" y="461772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25 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513892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真实房间尺寸内的课桌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23576" y="461772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≤80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23576" y="513892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推力扰动全部存活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9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汇报人：＿＿＿＿＿    组员：＿＿＿＿＿    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两个课题，一条链路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课题介绍 + 我们的选题逻辑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08760"/>
            <a:ext cx="5358384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783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高擎机电 · 方向二</a:t>
            </a: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    主课题 · 运控与部署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377440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在 Isaac Lab / MuJoCo 训练运动控制策略，再迁移真机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考察重点：策略迁移后的稳定性、误差来源能否说清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交付：可复现的「训练—验证—部署」记录 + 参数与坐标说明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08760"/>
            <a:ext cx="5358384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783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群核科技 · 方向二</a:t>
            </a: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    辅课题 · 场景与数据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377440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把空间重建能力接到机器人仿真与训练环节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从真实空间生成可用的仿真场景与操作数据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交付：作品说明 + 可运行代码仓库 + 评测报告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709160"/>
            <a:ext cx="11064240" cy="1371600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93776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我们的组合逻辑：</a:t>
            </a: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群核提供「真实空间 → 仿真场景」，高擎提供「仿真训练 → 真机部署」，两者接起来就是一条完整的具身智能闭环。本次原型已打通闭环的前三段。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系统架构：五个环节，本次完成前三段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灰色框为待硬件到位环节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00200"/>
            <a:ext cx="1975104" cy="1417320"/>
          </a:xfrm>
          <a:prstGeom prst="rect">
            <a:avLst/>
          </a:prstGeom>
          <a:solidFill>
            <a:srgbClr val="DCE7EF"/>
          </a:solidFill>
          <a:ln w="1270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83080"/>
            <a:ext cx="1682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① 真实空间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6824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教室 LiDAR 扫描
197 万个三维点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78608" y="2148840"/>
            <a:ext cx="237744" cy="274320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52928" y="1600200"/>
            <a:ext cx="1975104" cy="1417320"/>
          </a:xfrm>
          <a:prstGeom prst="rect">
            <a:avLst/>
          </a:prstGeom>
          <a:solidFill>
            <a:srgbClr val="DCE7EF"/>
          </a:solidFill>
          <a:ln w="1270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1783080"/>
            <a:ext cx="1682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② 空间重建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212848"/>
            <a:ext cx="16824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群核 Aholo 点云
→ MuJoCo 场景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64608" y="2148840"/>
            <a:ext cx="237744" cy="274320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38928" y="1600200"/>
            <a:ext cx="1975104" cy="1417320"/>
          </a:xfrm>
          <a:prstGeom prst="rect">
            <a:avLst/>
          </a:prstGeom>
          <a:solidFill>
            <a:srgbClr val="DCE7EF"/>
          </a:solidFill>
          <a:ln w="1270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2" y="1783080"/>
            <a:ext cx="1682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7557E"/>
                </a:solidFill>
                <a:latin typeface="微软雅黑"/>
                <a:ea typeface="微软雅黑"/>
                <a:cs typeface="微软雅黑"/>
              </a:rPr>
              <a:t>③ 仿真训练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2" y="2212848"/>
            <a:ext cx="16824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Isaac Lab / MuJoCo
AMP 运控策略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50608" y="2148840"/>
            <a:ext cx="237744" cy="274320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24928" y="1600200"/>
            <a:ext cx="1975104" cy="1417320"/>
          </a:xfrm>
          <a:prstGeom prst="rect">
            <a:avLst/>
          </a:prstGeom>
          <a:solidFill>
            <a:srgbClr val="DCE7EF"/>
          </a:solidFill>
          <a:ln w="1270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2" y="1783080"/>
            <a:ext cx="1682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7557E"/>
                </a:solidFill>
                <a:latin typeface="微软雅黑"/>
                <a:ea typeface="微软雅黑"/>
                <a:cs typeface="微软雅黑"/>
              </a:rPr>
              <a:t>④ Sim2Real 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2" y="2212848"/>
            <a:ext cx="16824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sim2sim + 推力扰动
+ 摩擦消融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36608" y="2148840"/>
            <a:ext cx="237744" cy="274320"/>
          </a:xfrm>
          <a:prstGeom prst="rightArrow">
            <a:avLst/>
          </a:prstGeom>
          <a:solidFill>
            <a:srgbClr val="B9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10928" y="1600200"/>
            <a:ext cx="1975104" cy="1417320"/>
          </a:xfrm>
          <a:prstGeom prst="rect">
            <a:avLst/>
          </a:prstGeom>
          <a:solidFill>
            <a:srgbClr val="EDEFF2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7232" y="1783080"/>
            <a:ext cx="1682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⑤ 真机部署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7232" y="2212848"/>
            <a:ext cx="16824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RKNN + ROS2 推理
（待硬件到位）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429000"/>
            <a:ext cx="5120640" cy="566928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566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本次已完成：① ② ③ ④（全部实测）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16168" y="3429000"/>
            <a:ext cx="5715000" cy="566928"/>
          </a:xfrm>
          <a:prstGeom prst="rect">
            <a:avLst/>
          </a:prstGeom>
          <a:solidFill>
            <a:srgbClr val="F0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17336" y="35661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⑤ 待硬件到位：RKNN 转换与 ROS2 推理链路已调研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343400"/>
            <a:ext cx="11064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两个课题的接点：</a:t>
            </a: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群核方向二交付的「真实空间 → 仿真场景」，直接作为高擎方向二「策略训练与验证」的输入；策略在重建教室里的行走数据，又反过来评测场景的可用性。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今天展示的重点：</a:t>
            </a: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④ 段的量化结果（扰动/摩擦）与 ② 段的数据边界分析。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仿真环境与行走基线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官方平台 + 我们复刻的无头验证环境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平台与策略（官方开源）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Mini Pi+ · 20 自由度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67127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双腿各 6 关节 + 双臂各 4 关节；桌面级人形，22 DoF 含头颈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33471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Mini-Pi-Plus_AMP 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26079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Isaac Sim 4.5 / Isaac Lab 2.1 训练；AMP 预训练策略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392423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策略结构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85031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观测 345 维 → MLP(512/256/128) → 20 维动作，50 Hz；PD 力矩控制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51375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我们的复刻环境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43983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MuJoCo 3.3.2 无头运行器，观测/PD/动作映射与官方脚本逐行一致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910327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策略导出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202935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官方 checkpoint → TorchScript，绕开官方脚本的 rsl_rl 加载缺陷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4630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实测对照：官方 vs 自训（详见下页）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874519"/>
            <a:ext cx="4718304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2084831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0.51 / 0.45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74319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平地速度 m/s：官方 / 自训（88%）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084831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0.509 / 0.443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8" y="274319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教室速度 m/s：官方 / 自训（87%）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1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15000 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93191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自训 AMP 策略（4096 并行环境）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3768" y="3273551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0 跌倒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393191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Isaac 回放 335 s 终验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61772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现场交互：</a:t>
            </a: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键盘 8/2 调速、4/6 侧移、7/9 转向、5 站住；1–4 切换俯视/跟拍/侧视/俯视机位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自主训练：从随机初始化到稳定行走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Isaac Sim 4096 并行环境 · AMP · 15000 iter · 11 小时</a:t>
            </a:r>
          </a:p>
        </p:txBody>
      </p:sp>
      <p:pic>
        <p:nvPicPr>
          <p:cNvPr id="4" name="Picture 3" descr="run1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6675120" cy="2310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691640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-2 → 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235000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训练奖励轨迹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743200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17 → 998 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340156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回合长度（顶到上限）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3794760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0.093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445312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10000 iter 回放奖励（反超官方 0.085）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846320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4090 / 4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50468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GPU / 显存占用（1024→4096 环境压测）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585216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三档 checkpoint 验证：5000 追平 → 10000 反超 → 15000 终验零跌倒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真实教室场景：从 197 万个点到一个可行走教室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群核 Aholo 素材包 · 余姚第四中学空教室（禾赛激光雷达）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数据边界（我们做了三轮量化分析）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507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97% 的点挤在 0.6 m 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9456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197 万点中约 190 万集中在扫描者站立处——手持扫描的典型密度分布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70632"/>
            <a:ext cx="507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桌面高度带没有课桌结构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6324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0.55–0.85 m 层俯视统计：只有一条斜向线状分布（线缆/横梁）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39312"/>
            <a:ext cx="507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桌腿层也不成形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3192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排除原点后仍是连片杂点——3DGS 点云是体积散射，桌椅几何不在其中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617720"/>
            <a:ext cx="5074920" cy="1417320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因此做法：</a:t>
            </a: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房间尺寸、地面高度、地板颜色取真实数据；桌椅按标准中学教室物理尺寸程序化建模，下一步接 SpatialLM 结构化布局输出换成数据驱动。</a:t>
            </a:r>
          </a:p>
        </p:txBody>
      </p:sp>
      <p:pic>
        <p:nvPicPr>
          <p:cNvPr id="13" name="Picture 12" descr="scene_check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81328"/>
            <a:ext cx="5218176" cy="39136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0" y="5504688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生成的教室场景（俯视）：25 张课桌 + 讲台 + 黑板 + 中央过道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1447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9.4 × 8.8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房间范围（真实点云）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61447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−1.4 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地面高度（真实扫描）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61447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0.75 m / 1.15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课桌桌面 / 讲台高度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61447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1.6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8" y="6419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中央过道宽度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Live Demo：机器人在真实教室数据里行走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现场运行 / 预录视频备援</a:t>
            </a:r>
          </a:p>
        </p:txBody>
      </p:sp>
      <p:pic>
        <p:nvPicPr>
          <p:cNvPr id="4" name="demo_classroom_walker_15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6928" y="1481328"/>
            <a:ext cx="6766560" cy="3803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34924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（双击播放：教室过道跟拍，15 秒）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5544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演示流程（约 3.5 分钟）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011680"/>
            <a:ext cx="39776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① 平地行走（30 秒）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04288"/>
            <a:ext cx="39776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键盘 7/9 转向，展示策略听指挥；测起点 0.5 m/s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71800"/>
            <a:ext cx="39776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② 教室过道行走（60 秒）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264408"/>
            <a:ext cx="39776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主环节：从教室后部沿 1.6 m 中央过道走向讲台，按 2 切跟拍机位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931920"/>
            <a:ext cx="39776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③ 俯视布局（15 秒）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224528"/>
            <a:ext cx="39776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按 4 看教室整体：课桌行列、讲台、黑板的位置关系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892040"/>
            <a:ext cx="39776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备援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5184648"/>
            <a:ext cx="39776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results/videos/ 三段预录视频，现场异常直接播放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鲁棒性消融：推力扰动与摩擦（官方 vs 自训）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Isaac 侧速度冲量注入 · 每档 3 次扰动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" y="1508760"/>
          <a:ext cx="60350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62356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注：每档 200 s × 3 次推力脉冲（冲量 = 力 × 0.5 s ÷ 10.98 kg）；摩擦 0.4/0.8/1.2 三档全部零跌倒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5544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2011680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自训边界 40–80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04288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40 N 三推零倒；80 N 起推后即倒——训练量 37.5% 下的合理边界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944368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官方边界 80–120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236976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同一套消融工具测得，方法完全对齐可复现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877056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摩擦鲁棒性完整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4169664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0.4 / 0.8 / 1.2 三档全部零跌倒，低摩擦下奖励反而最高（0.0883）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809744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sim2sim 跨引擎验证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510235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Isaac 训练 → MuJoCo 零微调部署：平地 88%、教室 87% 达官方水平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5806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数据来源：results/w2/ablation_results.csv + ablation_消融总结.md + sim2sim_自训策略实测.md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误差来源：Sim2Real 差距在哪里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对应高擎方向二交付要求：写清每一步误差来源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五类误差，逐项给量化方法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920240"/>
            <a:ext cx="2286000" cy="658368"/>
          </a:xfrm>
          <a:prstGeom prst="rect">
            <a:avLst/>
          </a:prstGeom>
          <a:solidFill>
            <a:srgbClr val="DC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6654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① PD 增益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1528" y="1965960"/>
            <a:ext cx="3931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仿真 kp/kd 与真机 pd.yaml 的差异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6328" y="1965960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量化方式：</a:t>
            </a: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参数扫描：仿真中按比例缩放 kp/kd 复测存活率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06624"/>
            <a:ext cx="2286000" cy="658368"/>
          </a:xfrm>
          <a:prstGeom prst="rect">
            <a:avLst/>
          </a:prstGeom>
          <a:solidFill>
            <a:srgbClr val="DC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5292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② IMU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752344"/>
            <a:ext cx="3931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零偏、坐标轴定义不一致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2752344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量化方式：</a:t>
            </a: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仿真传感器已建模噪声；增噪注入重测退化曲线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493008"/>
            <a:ext cx="2286000" cy="658368"/>
          </a:xfrm>
          <a:prstGeom prst="rect">
            <a:avLst/>
          </a:prstGeom>
          <a:solidFill>
            <a:srgbClr val="DC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393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③ 关节映射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3538728"/>
            <a:ext cx="3931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map_index / motor_direction 配错＝动作错乱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3538728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量化方式：</a:t>
            </a: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官方点名头号异常源；挂起模式逐关节方向核对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279392"/>
            <a:ext cx="2286000" cy="658368"/>
          </a:xfrm>
          <a:prstGeom prst="rect">
            <a:avLst/>
          </a:prstGeom>
          <a:solidFill>
            <a:srgbClr val="DC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2569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④ 执行延迟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1528" y="4325112"/>
            <a:ext cx="3931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指令→力矩的链路时延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4325112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量化方式：</a:t>
            </a: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仿真中注入 1–5 步延迟，观察步态退化拐点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065776"/>
            <a:ext cx="2286000" cy="658368"/>
          </a:xfrm>
          <a:prstGeom prst="rect">
            <a:avLst/>
          </a:prstGeom>
          <a:solidFill>
            <a:srgbClr val="DC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⑤ 摩擦与接触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81528" y="5111496"/>
            <a:ext cx="3931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真实地面摩擦/平整度与仿真差异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5111496"/>
            <a:ext cx="4480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量化方式：</a:t>
            </a: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已实现：--friction 覆盖地面摩擦做消融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43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已具备的实验手段：扰动注入 · 摩擦消融 · 传感器噪声 · 步态遥测；真机到位后补 PD 参数辨识与 IMU 坐标轴校正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为什么这两个方向能接起来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具身智能的完整闭环：空间数据 → 仿真训练 → 真机运控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7557E"/>
                </a:solidFill>
                <a:latin typeface="微软雅黑"/>
                <a:ea typeface="微软雅黑"/>
                <a:cs typeface="微软雅黑"/>
              </a:rPr>
              <a:t>群核方向二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真实空间
→ 仿真场景与数据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06240" y="2084831"/>
            <a:ext cx="237744" cy="274320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98848" y="155448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7557E"/>
                </a:solidFill>
                <a:latin typeface="微软雅黑"/>
                <a:ea typeface="微软雅黑"/>
                <a:cs typeface="微软雅黑"/>
              </a:rPr>
              <a:t>高擎方向二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7627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仿真训练
→ 真机运控部署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38160" y="2084831"/>
            <a:ext cx="237744" cy="274320"/>
          </a:xfrm>
          <a:prstGeom prst="rightArrow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30768" y="155448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176272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策略在真实空间中验证
再反馈优化场景与数据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461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外部参照：这条链路已经在被验证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0332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FirePlace（Google DeepMind × 斯坦福，CVPR）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9592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论文致谢：三维物体放置框架使用群核 SpatialVerse 的 3D 场景资产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3484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智元机器人 / 银河通用 / 穹彻智能 / 智平方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274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用 SpatialVerse 仿真数据做机器人训练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16636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高擎 RoboCup 工作空间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45896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2026 中国赛人形小型组八强全部使用 Pi+ 平台；开源训练与部署链路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989320"/>
            <a:ext cx="11064240" cy="566928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我们的位置：已打通前两段（场景接入 + 仿真行走）并量化验证；第三段闭环待真机硬件到位。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下一步：从原型到完整交付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按课题约两周周期推进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00200"/>
            <a:ext cx="1234440" cy="713232"/>
          </a:xfrm>
          <a:prstGeom prst="rect">
            <a:avLst/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 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" y="16184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自训练策略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198424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Isaac Lab + GPU 训练自己的策略，替换官方权重；训练曲线上 PPT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468880"/>
            <a:ext cx="1234440" cy="713232"/>
          </a:xfrm>
          <a:prstGeom prst="rect">
            <a:avLst/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5176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2 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24871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真机部署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285292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RKNN 转换 + ROS2 推理；STANDBY 安全模式（动作缩放 0.05）先行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37560"/>
            <a:ext cx="1234440" cy="713232"/>
          </a:xfrm>
          <a:prstGeom prst="rect">
            <a:avLst/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52044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3 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33558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SpatialLM 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372160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用 SpatialLM 输出教室结构化布局，自动生成仿真场景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206240"/>
            <a:ext cx="1234440" cy="713232"/>
          </a:xfrm>
          <a:prstGeom prst="rect">
            <a:avLst/>
          </a:prstGeom>
          <a:solidFill>
            <a:srgbClr val="17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38912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4 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42245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评测报告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459028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checkpoint × 场景 × 扰动 × 摩擦 系统消融，形成完整记录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257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可用的资源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669280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高擎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61888"/>
            <a:ext cx="5394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开源 URDF / 训练框架 / sim2real 推理代码 / 模型转换工具；课题硬件由企业提供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5669280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群核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5961888"/>
            <a:ext cx="5394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10 月空间智能 workshop 与黑客松（可直接报名）；算力积分；Aholo harness 团队直通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874519"/>
            <a:ext cx="11064240" cy="868680"/>
          </a:xfrm>
          <a:prstGeom prst="rect">
            <a:avLst/>
          </a:prstGeom>
          <a:solidFill>
            <a:srgbClr val="1B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984247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运控链路已通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0208" y="2002535"/>
            <a:ext cx="7680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Mini Pi+ 策略在仿真中 0.51 m/s 稳定行走，0–80 N 推力扰动全部存活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926079"/>
            <a:ext cx="11064240" cy="868680"/>
          </a:xfrm>
          <a:prstGeom prst="rect">
            <a:avLst/>
          </a:prstGeom>
          <a:solidFill>
            <a:srgbClr val="1B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035807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真实场景已接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208" y="3054095"/>
            <a:ext cx="7680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197 万点扫描 → 可行走教室；房间与地面为真实数据，桌椅为标准物理尺度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977639"/>
            <a:ext cx="11064240" cy="868680"/>
          </a:xfrm>
          <a:prstGeom prst="rect">
            <a:avLst/>
          </a:prstGeom>
          <a:solidFill>
            <a:srgbClr val="1B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4087367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误差分析有据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4105655"/>
            <a:ext cx="7680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扰动 / 摩擦 / 关节映射 / 延迟四类误差都有量化方法与实验记录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492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下一步：自训练策略 → 真机部署 → SpatialLM 自动场景 → 完整评测报告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谢谢，欢迎提问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代码与全部数据：github.com/MicroStonedev/HT-Mini-Pi-Plus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